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70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59C94-2304-489E-ADB2-95825E9429F1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5A4B-EF0E-4A58-8164-ADEC338C7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4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8AD39195-E93B-1A29-0D6A-42787F35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>
            <a:extLst>
              <a:ext uri="{FF2B5EF4-FFF2-40B4-BE49-F238E27FC236}">
                <a16:creationId xmlns:a16="http://schemas.microsoft.com/office/drawing/2014/main" id="{2E75BE86-BC06-01D5-04CF-5F62FBD02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5D2A10A4-6DF3-E33B-9484-BC53A81B6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01721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2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3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43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7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4317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77" lvl="1" indent="-4063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566" lvl="2" indent="-3809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754" lvl="3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5943" lvl="4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131" lvl="5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body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4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>
            <a:spLocks noGrp="1"/>
          </p:cNvSpPr>
          <p:nvPr>
            <p:ph type="body" idx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01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05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>
            <a:spLocks noGrp="1"/>
          </p:cNvSpPr>
          <p:nvPr>
            <p:ph type="title"/>
          </p:nvPr>
        </p:nvSpPr>
        <p:spPr>
          <a:xfrm rot="5400000">
            <a:off x="7133431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114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2">
          <a:extLst>
            <a:ext uri="{FF2B5EF4-FFF2-40B4-BE49-F238E27FC236}">
              <a16:creationId xmlns:a16="http://schemas.microsoft.com/office/drawing/2014/main" id="{D2DAAECC-844C-F374-9357-0741E078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6F814E7B-72E3-4FB5-B489-35DF54BFA236}"/>
              </a:ext>
            </a:extLst>
          </p:cNvPr>
          <p:cNvSpPr txBox="1">
            <a:spLocks/>
          </p:cNvSpPr>
          <p:nvPr/>
        </p:nvSpPr>
        <p:spPr>
          <a:xfrm>
            <a:off x="273378" y="-2688"/>
            <a:ext cx="11918623" cy="686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defTabSz="914377">
              <a:buClr>
                <a:srgbClr val="000000"/>
              </a:buClr>
              <a:buSzPts val="1800"/>
              <a:defRPr/>
            </a:pPr>
            <a:r>
              <a:rPr lang="en-US" sz="2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Apostles’ Creed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I.	I believe in God the Father, Almighty, Creator of heaven and earth;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II.	And in Jesus Christ, His only begotten Son, our Lord;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III.	Who was conceived by the Holy Spirit, born of the Virgin Mary;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IV.	Suffered under Pontius Pilate; was crucified, dead and buried;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	He descended into hell;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V.	The third day He rose again from the dead;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VI.	He ascended into heaven, and sits at the right hand of God the 	Father Almighty;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VII.	From there He shall come to judge the living and the dead;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VIII.	I believe in the Holy Spirit;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IX.	I believe an holy catholic church; the communion of saints;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X.	The forgiveness of sins;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XI.	The resurrection of the body;</a:t>
            </a:r>
          </a:p>
          <a:p>
            <a:pPr defTabSz="914377">
              <a:buClr>
                <a:srgbClr val="000000"/>
              </a:buClr>
              <a:buSzPts val="1800"/>
              <a:defRPr/>
            </a:pPr>
            <a:r>
              <a:rPr lang="en-US" sz="30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XII.	And the life everlasting. Amen.</a:t>
            </a:r>
          </a:p>
        </p:txBody>
      </p:sp>
    </p:spTree>
    <p:extLst>
      <p:ext uri="{BB962C8B-B14F-4D97-AF65-F5344CB8AC3E}">
        <p14:creationId xmlns:p14="http://schemas.microsoft.com/office/powerpoint/2010/main" val="16669280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Bergsma, Andrew</dc:creator>
  <cp:lastModifiedBy>Bergsma, Andrew</cp:lastModifiedBy>
  <cp:revision>1</cp:revision>
  <dcterms:created xsi:type="dcterms:W3CDTF">2026-05-09T04:54:25Z</dcterms:created>
  <dcterms:modified xsi:type="dcterms:W3CDTF">2026-05-09T04:54:57Z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2026-05-09T04:54:35Z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436e38c1-913a-4af8-9411-510641615d4e</vt:lpwstr>
  </property>
  <property fmtid="{D5CDD505-2E9C-101B-9397-08002B2CF9AE}" pid="8" name="MSIP_Label_e798273d-f5aa-46da-8e10-241f6dcd5f2d_ContentBits">
    <vt:lpwstr>0</vt:lpwstr>
  </property>
  <property fmtid="{D5CDD505-2E9C-101B-9397-08002B2CF9AE}" pid="9" name="MSIP_Label_e798273d-f5aa-46da-8e10-241f6dcd5f2d_Tag">
    <vt:lpwstr>10, 3, 0, 1</vt:lpwstr>
  </property>
</Properties>
</file>