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1"/>
  </p:notesMasterIdLst>
  <p:sldIdLst>
    <p:sldId id="256" r:id="rId3"/>
    <p:sldId id="257" r:id="rId4"/>
    <p:sldId id="258" r:id="rId5"/>
    <p:sldId id="272" r:id="rId6"/>
    <p:sldId id="260" r:id="rId7"/>
    <p:sldId id="261" r:id="rId8"/>
    <p:sldId id="262" r:id="rId9"/>
    <p:sldId id="27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84" r:id="rId19"/>
    <p:sldId id="285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0018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E5FD1-4243-BDA6-32AF-13DDA2950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456D09-2D28-C333-2F65-EA4D5906F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92C65-DB52-2D14-8E20-3C540541A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08CC9-12CD-DA44-A260-555F7E2475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35434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D1CEB-BE33-F080-E89D-FFAE3B8E0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43937-6B82-C6D7-1D5E-F8543FDFB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F8F460-6842-753C-F20D-AE1AB24A8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1B11-A482-C422-7AF0-DA528AD3DE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99101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>
          <a:extLst>
            <a:ext uri="{FF2B5EF4-FFF2-40B4-BE49-F238E27FC236}">
              <a16:creationId xmlns:a16="http://schemas.microsoft.com/office/drawing/2014/main" id="{B965D09A-8D2A-78D3-1281-4300AB6DD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cbe0d44470_0_78:notes">
            <a:extLst>
              <a:ext uri="{FF2B5EF4-FFF2-40B4-BE49-F238E27FC236}">
                <a16:creationId xmlns:a16="http://schemas.microsoft.com/office/drawing/2014/main" id="{08204A91-3FFC-6D1F-0B30-D3555B2852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g3cbe0d44470_0_78:notes">
            <a:extLst>
              <a:ext uri="{FF2B5EF4-FFF2-40B4-BE49-F238E27FC236}">
                <a16:creationId xmlns:a16="http://schemas.microsoft.com/office/drawing/2014/main" id="{6DE1B167-6F7F-E039-A562-89DF9B7CAD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3cbe0d44470_0_78:notes">
            <a:extLst>
              <a:ext uri="{FF2B5EF4-FFF2-40B4-BE49-F238E27FC236}">
                <a16:creationId xmlns:a16="http://schemas.microsoft.com/office/drawing/2014/main" id="{E10186BA-E8A1-41F3-38C2-2EEF3B0F70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53368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>
          <a:extLst>
            <a:ext uri="{FF2B5EF4-FFF2-40B4-BE49-F238E27FC236}">
              <a16:creationId xmlns:a16="http://schemas.microsoft.com/office/drawing/2014/main" id="{BB59905E-1D57-631D-EFCF-843CA6C31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cbe0d44470_0_78:notes">
            <a:extLst>
              <a:ext uri="{FF2B5EF4-FFF2-40B4-BE49-F238E27FC236}">
                <a16:creationId xmlns:a16="http://schemas.microsoft.com/office/drawing/2014/main" id="{9BEF1358-CDBA-15E3-55F3-12C7E4162E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g3cbe0d44470_0_78:notes">
            <a:extLst>
              <a:ext uri="{FF2B5EF4-FFF2-40B4-BE49-F238E27FC236}">
                <a16:creationId xmlns:a16="http://schemas.microsoft.com/office/drawing/2014/main" id="{6C57E9AA-179D-B008-E97E-A02CFFB13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3cbe0d44470_0_78:notes">
            <a:extLst>
              <a:ext uri="{FF2B5EF4-FFF2-40B4-BE49-F238E27FC236}">
                <a16:creationId xmlns:a16="http://schemas.microsoft.com/office/drawing/2014/main" id="{7296EE6D-1B40-69F9-9770-FE5FC6A9FC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4772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0708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79685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5603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3, 2026  Morning Service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777240"/>
            <a:ext cx="9144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Votum &amp; Salutation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20:1-3 (</a:t>
            </a: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11A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of the Law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140:1-2 (</a:t>
            </a: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51B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Scripture: Matthew 7:13-29</a:t>
            </a:r>
          </a:p>
          <a:p>
            <a:pPr algn="ctr"/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Matthew 7:21-23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Pastoral Prayer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265:1-3 (</a:t>
            </a: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99A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Sermon: Christ’s Prophecy Regarding the Last Day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of Thanksgiving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206:1-5 (</a:t>
            </a: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75A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Benediction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Doxology – 315:1 (</a:t>
            </a: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117A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20:1-3     Unshaken Faith Amid Danger     Psalm 11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1. In God will I trust, though my counselors say,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O flee as a bird to your mountain away;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The wicked are strong and the righteous are weak,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Foundations are shaken, yet God will I seek.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2. The Lord in His temple shall ever abide;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His throne is eternal, whatever betide,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The children of men He beholds from on high,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The wicked to punish, the righteous to try.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20:1-3     Unshaken Faith Amid Danger     Psalm 11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3. The Lord is most righteous, the Lord loves the right,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The evil He hates and will surely requite.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The wicked His anger will drive from their place,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The upright in rapture shall gaze on His face.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B5D866-363C-F289-B0C4-873221174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5E55F8-139F-235E-9E67-2C6B345497E0}"/>
              </a:ext>
            </a:extLst>
          </p:cNvPr>
          <p:cNvSpPr/>
          <p:nvPr/>
        </p:nvSpPr>
        <p:spPr>
          <a:xfrm>
            <a:off x="0" y="25603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May 3, 2026  Morning Service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C143DDD-527E-E329-7AF2-D3AEB70CCEC1}"/>
              </a:ext>
            </a:extLst>
          </p:cNvPr>
          <p:cNvSpPr/>
          <p:nvPr/>
        </p:nvSpPr>
        <p:spPr>
          <a:xfrm>
            <a:off x="0" y="777240"/>
            <a:ext cx="9144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Votum &amp; Salutation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Psalter 20:1-3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Reading of the Law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Psalter 140:1-2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51B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Scripture: Matthew 7:13-29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Text: Matthew 7:21-23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Pastoral Prayer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Psalter 265:1-3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99A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Sermon: Christ’s Prophecy Regarding the Last Day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Prayer of Thanksgiving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Psalter 206:1-5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75A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Benediction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Doxology – 315:1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117A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2947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140:1-2     Penitential Prayers     Psalm 51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1. God be merciful to me,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On Thy grace I rest my plea;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Plenteous in compassion Thou,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Blot out my transgressions now;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Wash me, make me pure within,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Cleanse, O cleanse me from my sin.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140:1-2     Penitential Prayers     Psalm 51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2. My transgressions I confess,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Grief and guilt my soul oppress;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 have sinned against Thy grace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And provoked Thee to Thy face;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 confess Thy judgment just,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Speechless, I Thy mercy trust.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Scripture: Matthew 7:13-29</a:t>
            </a:r>
          </a:p>
          <a:p>
            <a:pPr marL="3027363">
              <a:buNone/>
            </a:pPr>
            <a:r>
              <a:rPr lang="en-US" sz="3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vv. 21-23</a:t>
            </a:r>
            <a:endParaRPr lang="en-US" sz="3200"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85A17-F787-F0DB-1D65-8D7DDE23D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5C50D01-EF5E-52A2-62D7-C6917728E006}"/>
              </a:ext>
            </a:extLst>
          </p:cNvPr>
          <p:cNvSpPr/>
          <p:nvPr/>
        </p:nvSpPr>
        <p:spPr>
          <a:xfrm>
            <a:off x="0" y="25603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May 3, 2026  Morning Service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731EAB-14F8-DD52-A1F3-D9BC3606E8ED}"/>
              </a:ext>
            </a:extLst>
          </p:cNvPr>
          <p:cNvSpPr/>
          <p:nvPr/>
        </p:nvSpPr>
        <p:spPr>
          <a:xfrm>
            <a:off x="0" y="777240"/>
            <a:ext cx="9144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Votum &amp; Salutation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Psalter 20:1-3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Reading of the Law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Psalter 140:1-2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51B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Scripture: Matthew 7:13-29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Text: Matthew 7:21-23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Pastoral Prayer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Psalter 265:1-3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99A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Sermon: Christ’s Prophecy Regarding the Last Day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Prayer of Thanksgiving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Psalter 206:1-5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75A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Benediction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Doxology – 315:1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117A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706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265:1-3     The Majesty and Holiness of God     Psalm 99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1. Jehovah reigns in majesty;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Let all the nations quake.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He dwells between the cherubim;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Let earth's foundations shake.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Supreme in Zion is the Lord,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Exalted gloriously;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Ye nations, praise His name with awe,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The Holy One is He.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265:1-3     The Majesty and Holiness of God     Psalm 99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2. The mighty King loves justice well,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And equity ordains;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He rules His people righteously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And faithfulness maintains.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O magnify the Lord our God,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Let Him exalted be;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In worship at His footstool bow,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The Holy One is He.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265:1-3     The Majesty and Holiness of God     Psalm 99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3. When priests and prophets called on God,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He their petitions heard;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His cloudy pillar led them on,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And they obeyed His word.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Though sending judgments for their sins,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He pardoned graciously;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Exalt the Lord and worship Him,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The Holy One is He.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Christ’s Prophecy Regarding the Last 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9175">
              <a:buNone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solemn assessment</a:t>
            </a:r>
            <a:endParaRPr lang="en-US" sz="2500" dirty="0"/>
          </a:p>
          <a:p>
            <a:pPr marL="2289175">
              <a:buNone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 urgent but futile plea</a:t>
            </a:r>
            <a:endParaRPr lang="en-US" sz="2500" dirty="0"/>
          </a:p>
          <a:p>
            <a:pPr marL="2289175">
              <a:buNone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 irreversible pronouncement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-1" y="4023360"/>
            <a:ext cx="91439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Matthew 7:21-23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206:1-5     The Righteous Judgment of God     Psalm 75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1. To Thee, O God, we render thanks,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To Thee give thanks sincere,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Because Thy wondrous works declare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That Thou art ever near.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2. Thy righteous judgment, Thou hast said,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Shall in due time appear,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And Thou Who didst establish it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Wilt fill the earth with fear.</a:t>
            </a: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206:1-5     The Righteous Judgment of God     Psalm 75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3. Thou teachest meekness to the proud,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And makest sinners know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That none is judge but God alone,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To honor or bring low.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4. Jehovah holds a cup of wrath,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And holds it not in vain,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For all the wicked of the earth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Its bitter dregs shall drain.</a:t>
            </a:r>
            <a:endParaRPr 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206:1-5     The Righteous Judgment of God     Psalm 75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5. The God of Israel I will praise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And all His glory show;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The righteous He will high exalt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And bring the wicked low.</a:t>
            </a:r>
            <a:endParaRPr lang="en-US" sz="3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315:1     The Universal Fellowship of Worship     Psalm 117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1. Praise Jehovah, all ye nations,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All ye people, praise proclaim;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For His grace and lovingkindness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O sing praises to His Name.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For the greatness of His mercy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Constant praise to Him accord;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Evermore His truth endureth;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Hallelujah, praise the Lord.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4">
          <a:extLst>
            <a:ext uri="{FF2B5EF4-FFF2-40B4-BE49-F238E27FC236}">
              <a16:creationId xmlns:a16="http://schemas.microsoft.com/office/drawing/2014/main" id="{E288E6F3-D145-570B-E4D9-8D8EFEFFE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2">
            <a:extLst>
              <a:ext uri="{FF2B5EF4-FFF2-40B4-BE49-F238E27FC236}">
                <a16:creationId xmlns:a16="http://schemas.microsoft.com/office/drawing/2014/main" id="{3BD6CE4C-96F6-CB8C-D74A-91253072142F}"/>
              </a:ext>
            </a:extLst>
          </p:cNvPr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Sunday School Psalter of the Month     </a:t>
            </a: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April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Psalter 148:1, 4    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Earnest Appeal Against Enemies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    (55A)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2">
            <a:extLst>
              <a:ext uri="{FF2B5EF4-FFF2-40B4-BE49-F238E27FC236}">
                <a16:creationId xmlns:a16="http://schemas.microsoft.com/office/drawing/2014/main" id="{528EC68E-5457-067B-86CD-4C4B2630927B}"/>
              </a:ext>
            </a:extLst>
          </p:cNvPr>
          <p:cNvSpPr/>
          <p:nvPr/>
        </p:nvSpPr>
        <p:spPr>
          <a:xfrm>
            <a:off x="0" y="914400"/>
            <a:ext cx="9144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40005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AutoNum type="arabicPeriod"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Jehovah, to my prayer give ear,</a:t>
            </a:r>
          </a:p>
          <a:p>
            <a:pPr marL="5715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Nor hide Thee from my cry;</a:t>
            </a:r>
          </a:p>
          <a:p>
            <a:pPr marL="5715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Attend my sad complaint, and hear</a:t>
            </a:r>
          </a:p>
          <a:p>
            <a:pPr marL="5715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My restless moan and sigh.</a:t>
            </a:r>
            <a:endParaRPr kumimoji="0" sz="2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2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571500" marR="0" lvl="0" indent="-51435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+mj-lt"/>
              <a:buAutoNum type="arabicPeriod" startAt="2"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 had I wings, I sigh and say,</a:t>
            </a:r>
          </a:p>
          <a:p>
            <a:pPr marL="5715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Like some swift dove to roam,</a:t>
            </a:r>
          </a:p>
          <a:p>
            <a:pPr marL="5715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Then would I hasten far away</a:t>
            </a:r>
          </a:p>
          <a:p>
            <a:pPr marL="5715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And find a peaceful home.</a:t>
            </a:r>
            <a:endParaRPr kumimoji="0" sz="2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1374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4">
          <a:extLst>
            <a:ext uri="{FF2B5EF4-FFF2-40B4-BE49-F238E27FC236}">
              <a16:creationId xmlns:a16="http://schemas.microsoft.com/office/drawing/2014/main" id="{BDCF7D5C-CBF2-0A8E-57FC-6AA71E732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2">
            <a:extLst>
              <a:ext uri="{FF2B5EF4-FFF2-40B4-BE49-F238E27FC236}">
                <a16:creationId xmlns:a16="http://schemas.microsoft.com/office/drawing/2014/main" id="{62235D00-D030-FAC3-C86B-71071D896564}"/>
              </a:ext>
            </a:extLst>
          </p:cNvPr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Sunday School Psalter of the Month     </a:t>
            </a: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May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Psalter 186:1, 2    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Anticipation of Answered Prayer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    (</a:t>
            </a:r>
            <a:r>
              <a:rPr kumimoji="0" lang="en" sz="18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69C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2">
            <a:extLst>
              <a:ext uri="{FF2B5EF4-FFF2-40B4-BE49-F238E27FC236}">
                <a16:creationId xmlns:a16="http://schemas.microsoft.com/office/drawing/2014/main" id="{83B50335-E3EC-F516-987B-349B495BB427}"/>
              </a:ext>
            </a:extLst>
          </p:cNvPr>
          <p:cNvSpPr/>
          <p:nvPr/>
        </p:nvSpPr>
        <p:spPr>
          <a:xfrm>
            <a:off x="0" y="914400"/>
            <a:ext cx="9144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40005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AutoNum type="arabicPeriod"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Though I am poor and sorrowful,</a:t>
            </a:r>
          </a:p>
          <a:p>
            <a:pPr marL="57150" marR="0" lvl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Hear Thou, O God, my cry;</a:t>
            </a:r>
          </a:p>
          <a:p>
            <a:pPr marL="57150" marR="0" lvl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Let Thy salvation come to me</a:t>
            </a:r>
          </a:p>
          <a:p>
            <a:pPr marL="57150" marR="0" lvl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And lift me up on high.</a:t>
            </a:r>
            <a:endParaRPr kumimoji="0" sz="2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2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571500" marR="0" lvl="0" indent="-51435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+mj-lt"/>
              <a:buAutoNum type="arabicPeriod" startAt="2"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Then will I praise my God with song,</a:t>
            </a:r>
          </a:p>
          <a:p>
            <a:pPr marL="57150" marR="0" lvl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To Him my thanks shall rise,</a:t>
            </a:r>
          </a:p>
          <a:p>
            <a:pPr marL="57150" marR="0" lvl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And this shall please Jehovah more</a:t>
            </a:r>
          </a:p>
          <a:p>
            <a:pPr marL="57150" marR="0" lvl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Than offered sacrifice.</a:t>
            </a:r>
            <a:endParaRPr kumimoji="0" sz="2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2877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1031</Words>
  <Application>Microsoft Office PowerPoint</Application>
  <PresentationFormat>On-screen Show (16:9)</PresentationFormat>
  <Paragraphs>181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May 3, 2026 Morning Service</dc:title>
  <dc:subject>PptxGenJS Presentation</dc:subject>
  <dc:creator>PptxGenJS</dc:creator>
  <cp:lastModifiedBy>Andrew Bergsma</cp:lastModifiedBy>
  <cp:revision>12</cp:revision>
  <dcterms:created xsi:type="dcterms:W3CDTF">2026-05-02T06:15:21Z</dcterms:created>
  <dcterms:modified xsi:type="dcterms:W3CDTF">2026-05-03T02:01:10Z</dcterms:modified>
</cp:coreProperties>
</file>