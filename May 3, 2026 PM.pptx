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4"/>
  </p:notesMasterIdLst>
  <p:sldIdLst>
    <p:sldId id="256" r:id="rId3"/>
    <p:sldId id="275" r:id="rId4"/>
    <p:sldId id="276" r:id="rId5"/>
    <p:sldId id="277" r:id="rId6"/>
    <p:sldId id="258" r:id="rId7"/>
    <p:sldId id="259" r:id="rId8"/>
    <p:sldId id="260" r:id="rId9"/>
    <p:sldId id="261" r:id="rId10"/>
    <p:sldId id="262" r:id="rId11"/>
    <p:sldId id="263" r:id="rId12"/>
    <p:sldId id="700" r:id="rId13"/>
    <p:sldId id="278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193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97FB6-5718-BB8B-8699-654B1DB09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49570-C7D8-0629-2605-B9436B0C4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138C5-E721-18BE-7D29-6BE949B56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B3C6C-FF64-AAE7-D4E8-E7D77C57D7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82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1F8DD-1BC9-49E3-BB01-3CBF85D1F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48EE0-2046-FABE-6CC2-85441D581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62AEB-B5B8-9F96-9033-BC6BDE001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B1736-FEAC-BA51-9412-282627A77C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552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9FBE0-8619-C6B0-E274-F28E9251A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1D96A1-868E-F5BE-268D-41398F515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C23E0-F97A-F550-BB15-18707FE06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53EAE-CE5D-CE07-F7CE-0D2538BD2D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183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8AD39195-E93B-1A29-0D6A-42787F35A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2E75BE86-BC06-01D5-04CF-5F62FBD021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5D2A10A4-6DF3-E33B-9484-BC53A81B6E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1721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2E558-C6A1-4129-9C85-CE6CE5B77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ACC0B-66C2-3CB6-8829-6F4DA63F9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24DBD-AF88-CB0A-F2C3-862E8769F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597F6-8849-7008-E8AF-3974C945D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0300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221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24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4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34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04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46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400"/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5pPr>
            <a:lvl6pPr marL="2057400" lvl="5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300" lvl="6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200" lvl="7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100" lvl="8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33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7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7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3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13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8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80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00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9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2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624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3, 2026  Evening Service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Song Service: Psalter 127B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Votum &amp; Salutation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Psalter 403:1-3 (</a:t>
            </a:r>
            <a:r>
              <a:rPr lang="en-US" sz="2000" i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147B</a:t>
            </a: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Scripture: Matthew 15:21-39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Text: Matthew 15:21-28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Psalter 366:1-3 (</a:t>
            </a:r>
            <a:r>
              <a:rPr lang="en-US" sz="2000" i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131B</a:t>
            </a: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Apostles' Creed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Pastoral Prayer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Psalter 238:1-3 (</a:t>
            </a:r>
            <a:r>
              <a:rPr lang="en-US" sz="2000" i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87A</a:t>
            </a: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Sermon: Such Great Faith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Prayer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Psalter 400:1, 2, 3, 6, 7 (</a:t>
            </a:r>
            <a:r>
              <a:rPr lang="en-US" sz="2000" i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146A</a:t>
            </a: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Benediction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Doxology – 81:1, 4 (</a:t>
            </a:r>
            <a:r>
              <a:rPr lang="en-US" sz="2000" i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31C</a:t>
            </a:r>
            <a:r>
              <a:rPr lang="en-US" sz="2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A50CF-1985-FBFF-A69C-DB2EE41F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3E0CFD-FC33-CE7D-0BC3-2729D58035E4}"/>
              </a:ext>
            </a:extLst>
          </p:cNvPr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127B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:1-4     Unless the LORD Build up the House     Psalm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D34515-5829-6394-6D7C-8A69869CC688}"/>
              </a:ext>
            </a:extLst>
          </p:cNvPr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 Unless the LORD build up the house,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Its builders build in vain;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Unless the LORD the city guards,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watchmen watch in vain.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 How vain the work long days, 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lat</a:t>
            </a: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hours,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 eat with toil and cares;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even so, His loved ones sleep;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gift with them He shares.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9443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EBF6E-232F-6573-19E2-060DCA700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1B60A4-C15F-F138-2361-B30B92735E58}"/>
              </a:ext>
            </a:extLst>
          </p:cNvPr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127B:1-4     Unless the LORD Build up the House     Psalm 127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973B3E-B12B-938D-6EB6-704798E8EEA6}"/>
              </a:ext>
            </a:extLst>
          </p:cNvPr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 One’s sons are gifts, the LORD’s reward;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By Him the womb bears fruit.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of one’s youth are like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arrows warriors shoot.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 How happy is the one who has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 quiver filled with these!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They’ll bear no shame when, at the gates,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speak with enemies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1303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04CF3B-091E-3F2A-F53B-9CE7CBE5C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F3B0AE-1460-CF5D-CFF7-7B74E9E3C12F}"/>
              </a:ext>
            </a:extLst>
          </p:cNvPr>
          <p:cNvSpPr/>
          <p:nvPr/>
        </p:nvSpPr>
        <p:spPr>
          <a:xfrm>
            <a:off x="0" y="91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May 3, 2026  Evening Service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6B6DD8-C6E0-5C2F-331D-A420ED5C74D4}"/>
              </a:ext>
            </a:extLst>
          </p:cNvPr>
          <p:cNvSpPr/>
          <p:nvPr/>
        </p:nvSpPr>
        <p:spPr>
          <a:xfrm>
            <a:off x="0" y="457200"/>
            <a:ext cx="91440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Song Service: Psalter 127B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Votum &amp; Salutation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Psalter 403:1-3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147B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Scripture: Matthew 15:21-39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Text: Matthew 15:21-28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Psalter 366:1-3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131B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Apostles' Creed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Pastoral Prayer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Psalter 238:1-3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87A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Sermon: Such Great Faith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Prayer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Psalter 400:1, 2, 3, 6, 7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146A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Benediction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Doxology – 81:1, 4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31C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35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" y="109728"/>
            <a:ext cx="91439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403:1-3     Thankful Commemoration     Psalm 147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1. Praise ye the Lord, for it is good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To sing unto our God;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'Tis right and pleasant for His saints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To tell His praise abroad.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The Lord our God builds up His Church,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He seeks her wandering sons;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He binds their wounds and gently heals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The brokenhearted ones.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403:1-3     Thankful Commemoration     Psalm 147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2. Our Lord is great, He calls by name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counts the stars of night;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His wisdom is unsearchable,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wondrous is His might.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The Lord upholds the poor and meek,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He brings the wicked low;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Sing praise to Him and give Him thanks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all His goodness show.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403:1-3     Thankful Commemoration     Psalm 147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3. No human might, no earthly pride,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Delights the Lord above;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 them that fear Him He delights,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 them that trust His love.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 Zion, praise the Lord thy God,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His wondrous love confess;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He is thy glory and thy strength,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He will thy children bless.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Scripture: Matthew 15:21-39 </a:t>
            </a:r>
            <a:endParaRPr lang="en-US" sz="3000" dirty="0"/>
          </a:p>
          <a:p>
            <a:pPr marL="3027363">
              <a:buNone/>
            </a:pPr>
            <a:r>
              <a:rPr lang="en-US" sz="3000" i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Text: vv. 21-28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366:1-3     Humility and Meekness     Psalm 131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1. Not haughty is my heart,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Not lofty is my pride;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 do not seek to know the things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God's wisdom hath denied.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2. With childlike trust, O Lord,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 Thee I calmly rest,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Contented as a little child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Upon its mother's breast.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366:1-3     Humility and Meekness     Psalm 131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3. Ye people of the Lord,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 Him alone confide;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From this time forth and evermore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His wisdom be your guide.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2">
          <a:extLst>
            <a:ext uri="{FF2B5EF4-FFF2-40B4-BE49-F238E27FC236}">
              <a16:creationId xmlns:a16="http://schemas.microsoft.com/office/drawing/2014/main" id="{D2DAAECC-844C-F374-9357-0741E0782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>
            <a:extLst>
              <a:ext uri="{FF2B5EF4-FFF2-40B4-BE49-F238E27FC236}">
                <a16:creationId xmlns:a16="http://schemas.microsoft.com/office/drawing/2014/main" id="{6F814E7B-72E3-4FB5-B489-35DF54BFA236}"/>
              </a:ext>
            </a:extLst>
          </p:cNvPr>
          <p:cNvSpPr txBox="1">
            <a:spLocks/>
          </p:cNvSpPr>
          <p:nvPr/>
        </p:nvSpPr>
        <p:spPr>
          <a:xfrm>
            <a:off x="205033" y="-2016"/>
            <a:ext cx="8938967" cy="5147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Apostles’ Creed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r>
              <a:rPr kumimoji="0" lang="en-US" sz="22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I.	I believe in God the Father, Almighty, Creator of heaven and earth;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r>
              <a:rPr kumimoji="0" lang="en-US" sz="22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II.	And in Jesus Christ, His only begotten Son, our Lord;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r>
              <a:rPr kumimoji="0" lang="en-US" sz="22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III.	Who was conceived by the Holy Spirit, born of the Virgin Mary;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r>
              <a:rPr kumimoji="0" lang="en-US" sz="22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IV.	Suffered under Pontius Pilate; was crucified, dead and buried;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r>
              <a:rPr kumimoji="0" lang="en-US" sz="22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	He descended into hell;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r>
              <a:rPr kumimoji="0" lang="en-US" sz="22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V.	The third day He rose again from the dead;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r>
              <a:rPr kumimoji="0" lang="en-US" sz="22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VI.	He ascended into heaven, and sits at the right hand of God the 	Father Almighty;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r>
              <a:rPr kumimoji="0" lang="en-US" sz="22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VII.	From there He shall come to judge the living and the dead;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r>
              <a:rPr kumimoji="0" lang="en-US" sz="22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VIII.	I believe in the Holy Spirit;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r>
              <a:rPr kumimoji="0" lang="en-US" sz="22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IX.	I believe an holy catholic church; the communion of saints;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r>
              <a:rPr kumimoji="0" lang="en-US" sz="22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X.	The forgiveness of sins;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r>
              <a:rPr kumimoji="0" lang="en-US" sz="22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XI.	The resurrection of the body;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r>
              <a:rPr kumimoji="0" lang="en-US" sz="22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XII.	And the life everlasting. Amen.</a:t>
            </a:r>
          </a:p>
        </p:txBody>
      </p:sp>
    </p:spTree>
    <p:extLst>
      <p:ext uri="{BB962C8B-B14F-4D97-AF65-F5344CB8AC3E}">
        <p14:creationId xmlns:p14="http://schemas.microsoft.com/office/powerpoint/2010/main" val="1666928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C6B21-8990-0717-6E1C-38521552D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988BBB-B777-055A-F853-B7BE40689EC6}"/>
              </a:ext>
            </a:extLst>
          </p:cNvPr>
          <p:cNvSpPr/>
          <p:nvPr/>
        </p:nvSpPr>
        <p:spPr>
          <a:xfrm>
            <a:off x="0" y="91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May 3, 2026  Evening Service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78E33B-7DB5-56F5-2206-D6BE22A1DA74}"/>
              </a:ext>
            </a:extLst>
          </p:cNvPr>
          <p:cNvSpPr/>
          <p:nvPr/>
        </p:nvSpPr>
        <p:spPr>
          <a:xfrm>
            <a:off x="0" y="457200"/>
            <a:ext cx="91440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Song Service: Psalter 127B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Votum &amp; Salutation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Psalter 403:1-3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147B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Scripture: Matthew 15:21-39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Text: Matthew 15:21-28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Psalter 366:1-3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131B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Apostles' Creed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Pastoral Prayer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Psalter 238:1-3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87A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Sermon: Such Great Faith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Prayer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Psalter 400:1, 2, 3, 6, 7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146A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Benediction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Doxology – 81:1, 4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31C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5930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238:1-3     The Church Universal     Psalm 87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1. Zion, founded on the mountains,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God, thy Maker, loves thee well;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He has chosen thee, most precious,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He delights in thee to dwell;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God's own city,</a:t>
            </a:r>
          </a:p>
          <a:p>
            <a:pPr algn="ctr">
              <a:lnSpc>
                <a:spcPct val="115000"/>
              </a:lnSpc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God's own city,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Who can all thy glory tell?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238:1-3     The Church Universal     Psalm 87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2. Heathen lands and hostile peoples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Soon shall come the Lord to know;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Nations born again in Zion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Shall the Lord's salvation show;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God Almighty,</a:t>
            </a:r>
          </a:p>
          <a:p>
            <a:pPr algn="ctr">
              <a:lnSpc>
                <a:spcPct val="115000"/>
              </a:lnSpc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God Almighty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Shall on Zion strength bestow.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" y="109728"/>
            <a:ext cx="91439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238:1-3     The Church Universal     Psalm 87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3. When the Lord shall count the nations,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Sons and daughters He shall see,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Born to endless life in Zion,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their joyful song shall be,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"Blessed Zion,</a:t>
            </a:r>
          </a:p>
          <a:p>
            <a:pPr algn="ctr">
              <a:lnSpc>
                <a:spcPct val="115000"/>
              </a:lnSpc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Blessed Zion,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All our fountains are in thee."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Great Faith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3383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Matthew 15:21-28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400:1, 2, 3, 6, 7     Trust and Praise     Psalm 146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1. Hallelujah, praise Jehovah,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 my soul, Jehovah praise;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 will sing the glorious praises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Of my God through all my days.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2. Put no confidence in princes,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Nor for help on man depend;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He shall die, to dust returning,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his purposes shall end.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400:1, 2, 3, 6, 7     Trust and Praise     Psalm 146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3. Happy is the man that chooses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Israel's God to be his aid;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He is blest whose hope of blessing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On the Lord his God is stayed.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6. Well Jehovah loves the righteous,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the stranger He befriends,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Helps the fatherless and widow,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Judgment on the wicked sends.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400:1, 2, 3, 6, 7     Trust and Praise     Psalm 146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7. Over all God reigns forever,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Through all ages He is King;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Unto Him, thy God, O Zion,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Joyful hallelujahs sing.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81:1, 4     The Riches of God's Goodness     Psalm 31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1. How great the goodness kept in store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For those who fear Thee and adore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 meek humility.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How great the deeds with mercy fraught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Which openly Thy hand hath wrought</a:t>
            </a:r>
            <a:endParaRPr lang="en-US" sz="3000" dirty="0"/>
          </a:p>
          <a:p>
            <a:pPr algn="ctr">
              <a:lnSpc>
                <a:spcPct val="115000"/>
              </a:lnSpc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For those who trust in Thee,</a:t>
            </a:r>
            <a:endParaRPr lang="en-US" sz="3000" b="1" dirty="0">
              <a:solidFill>
                <a:srgbClr val="FFFFFF"/>
              </a:solidFill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For those who trust in Thee.</a:t>
            </a:r>
            <a:endParaRPr lang="en-US" sz="3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 81:1, 4     The Riches of God's Goodness     Psalm 31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4. Ye saints, Jehovah love and serve,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For He the faithful will preserve,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And shield from men of pride;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Be strong and let your hearts be brave,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All ye that wait for Him to save,</a:t>
            </a:r>
            <a:endParaRPr lang="en-US" sz="3000" dirty="0"/>
          </a:p>
          <a:p>
            <a:pPr algn="ctr">
              <a:lnSpc>
                <a:spcPct val="115000"/>
              </a:lnSpc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 God the Lord confide,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 God the Lord confide.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1317</Words>
  <Application>Microsoft Office PowerPoint</Application>
  <PresentationFormat>On-screen Show (16:9)</PresentationFormat>
  <Paragraphs>213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May 3, 2026 Evening Service</dc:title>
  <dc:subject>PptxGenJS Presentation</dc:subject>
  <dc:creator>PptxGenJS</dc:creator>
  <cp:lastModifiedBy>Andrew Bergsma</cp:lastModifiedBy>
  <cp:revision>12</cp:revision>
  <dcterms:created xsi:type="dcterms:W3CDTF">2026-05-02T06:23:05Z</dcterms:created>
  <dcterms:modified xsi:type="dcterms:W3CDTF">2026-05-03T02:25:27Z</dcterms:modified>
</cp:coreProperties>
</file>